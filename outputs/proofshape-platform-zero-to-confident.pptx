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caf70ff83a44dc" /><Relationship Type="http://schemas.openxmlformats.org/officeDocument/2006/relationships/extended-properties" Target="/docProps/app.xml" Id="R4c69923330674a2a" /><Relationship Type="http://schemas.openxmlformats.org/officeDocument/2006/relationships/officeDocument" Target="/ppt/presentation.xml" Id="R4870e76f68f643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5c14efb5654abe"/>
  </p:sldMasterIdLst>
  <p:notesMasterIdLst>
    <p:notesMasterId xmlns:r="http://schemas.openxmlformats.org/officeDocument/2006/relationships" r:id="Rdbb0db93f3694922"/>
  </p:notesMasterIdLst>
  <p:sldIdLst>
    <p:sldId xmlns:r="http://schemas.openxmlformats.org/officeDocument/2006/relationships" id="256" r:id="R5fd2ab402f4a4775"/>
    <p:sldId xmlns:r="http://schemas.openxmlformats.org/officeDocument/2006/relationships" id="257" r:id="Rf9e0ab0557ca4e00"/>
    <p:sldId xmlns:r="http://schemas.openxmlformats.org/officeDocument/2006/relationships" id="258" r:id="Rde102f3dfba94a19"/>
    <p:sldId xmlns:r="http://schemas.openxmlformats.org/officeDocument/2006/relationships" id="259" r:id="R74cb34b1cff24be0"/>
    <p:sldId xmlns:r="http://schemas.openxmlformats.org/officeDocument/2006/relationships" id="260" r:id="R697bb9b5644848bf"/>
    <p:sldId xmlns:r="http://schemas.openxmlformats.org/officeDocument/2006/relationships" id="261" r:id="R247bb078bad04329"/>
    <p:sldId xmlns:r="http://schemas.openxmlformats.org/officeDocument/2006/relationships" id="262" r:id="R5b7ec0d1f6fc489e"/>
    <p:sldId xmlns:r="http://schemas.openxmlformats.org/officeDocument/2006/relationships" id="263" r:id="Re9944fb2ce9540fa"/>
    <p:sldId xmlns:r="http://schemas.openxmlformats.org/officeDocument/2006/relationships" id="264" r:id="Rd46557d4f98143b8"/>
    <p:sldId xmlns:r="http://schemas.openxmlformats.org/officeDocument/2006/relationships" id="265" r:id="Rc0ce0b5a5a2547ae"/>
    <p:sldId xmlns:r="http://schemas.openxmlformats.org/officeDocument/2006/relationships" id="266" r:id="Rc7b47f8f39544e40"/>
    <p:sldId xmlns:r="http://schemas.openxmlformats.org/officeDocument/2006/relationships" id="267" r:id="R865751a2001c41d8"/>
    <p:sldId xmlns:r="http://schemas.openxmlformats.org/officeDocument/2006/relationships" id="268" r:id="R46db2280531d4fba"/>
    <p:sldId xmlns:r="http://schemas.openxmlformats.org/officeDocument/2006/relationships" id="269" r:id="Rdbc4e2de23864961"/>
    <p:sldId xmlns:r="http://schemas.openxmlformats.org/officeDocument/2006/relationships" id="270" r:id="R15e001bbec6c480c"/>
    <p:sldId xmlns:r="http://schemas.openxmlformats.org/officeDocument/2006/relationships" id="271" r:id="R1882b9ef5df94211"/>
    <p:sldId xmlns:r="http://schemas.openxmlformats.org/officeDocument/2006/relationships" id="272" r:id="Re1eb9964f22e4976"/>
    <p:sldId xmlns:r="http://schemas.openxmlformats.org/officeDocument/2006/relationships" id="273" r:id="Rbf6cf236e1d54825"/>
    <p:sldId xmlns:r="http://schemas.openxmlformats.org/officeDocument/2006/relationships" id="274" r:id="R269b67f9f54b4c74"/>
    <p:sldId xmlns:r="http://schemas.openxmlformats.org/officeDocument/2006/relationships" id="275" r:id="Rf318fa21f2524f8e"/>
    <p:sldId xmlns:r="http://schemas.openxmlformats.org/officeDocument/2006/relationships" id="276" r:id="R53b147fe48f74884"/>
    <p:sldId xmlns:r="http://schemas.openxmlformats.org/officeDocument/2006/relationships" id="277" r:id="Rcdb4e46ec96f4d37"/>
    <p:sldId xmlns:r="http://schemas.openxmlformats.org/officeDocument/2006/relationships" id="278" r:id="Rdaabd2d25888489e"/>
    <p:sldId xmlns:r="http://schemas.openxmlformats.org/officeDocument/2006/relationships" id="279" r:id="R12151ead6c37439d"/>
    <p:sldId xmlns:r="http://schemas.openxmlformats.org/officeDocument/2006/relationships" id="280" r:id="Rd01f938b8c2048ba"/>
    <p:sldId xmlns:r="http://schemas.openxmlformats.org/officeDocument/2006/relationships" id="281" r:id="R4f45d3d5ed234f31"/>
    <p:sldId xmlns:r="http://schemas.openxmlformats.org/officeDocument/2006/relationships" id="282" r:id="Rfe80684d07b24e0c"/>
    <p:sldId xmlns:r="http://schemas.openxmlformats.org/officeDocument/2006/relationships" id="283" r:id="Rf2c39b8b7b8b46e0"/>
    <p:sldId xmlns:r="http://schemas.openxmlformats.org/officeDocument/2006/relationships" id="284" r:id="R5dba05fc878b4356"/>
    <p:sldId xmlns:r="http://schemas.openxmlformats.org/officeDocument/2006/relationships" id="285" r:id="R940a8ca0ca8545f8"/>
    <p:sldId xmlns:r="http://schemas.openxmlformats.org/officeDocument/2006/relationships" id="286" r:id="R41c45a82b9444f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37106e88a54a75" /><Relationship Type="http://schemas.openxmlformats.org/officeDocument/2006/relationships/slideMaster" Target="/ppt/slideMasters/slideMaster1.xml" Id="Ra05c14efb5654abe" /><Relationship Type="http://schemas.openxmlformats.org/officeDocument/2006/relationships/notesMaster" Target="/ppt/notesMasters/notesMaster1.xml" Id="Rdbb0db93f3694922" /><Relationship Type="http://schemas.openxmlformats.org/officeDocument/2006/relationships/presProps" Target="/ppt/presProps.xml" Id="Rf36ca5f7b2464674" /><Relationship Type="http://schemas.openxmlformats.org/officeDocument/2006/relationships/tableStyles" Target="/ppt/tableStyles.xml" Id="R25ccdf0a72de48f8" /><Relationship Type="http://schemas.openxmlformats.org/officeDocument/2006/relationships/slide" Target="/ppt/slides/slide1.xml" Id="R5fd2ab402f4a4775" /><Relationship Type="http://schemas.openxmlformats.org/officeDocument/2006/relationships/slide" Target="/ppt/slides/slide2.xml" Id="Rf9e0ab0557ca4e00" /><Relationship Type="http://schemas.openxmlformats.org/officeDocument/2006/relationships/slide" Target="/ppt/slides/slide3.xml" Id="Rde102f3dfba94a19" /><Relationship Type="http://schemas.openxmlformats.org/officeDocument/2006/relationships/slide" Target="/ppt/slides/slide4.xml" Id="R74cb34b1cff24be0" /><Relationship Type="http://schemas.openxmlformats.org/officeDocument/2006/relationships/slide" Target="/ppt/slides/slide5.xml" Id="R697bb9b5644848bf" /><Relationship Type="http://schemas.openxmlformats.org/officeDocument/2006/relationships/slide" Target="/ppt/slides/slide6.xml" Id="R247bb078bad04329" /><Relationship Type="http://schemas.openxmlformats.org/officeDocument/2006/relationships/slide" Target="/ppt/slides/slide7.xml" Id="R5b7ec0d1f6fc489e" /><Relationship Type="http://schemas.openxmlformats.org/officeDocument/2006/relationships/slide" Target="/ppt/slides/slide8.xml" Id="Re9944fb2ce9540fa" /><Relationship Type="http://schemas.openxmlformats.org/officeDocument/2006/relationships/slide" Target="/ppt/slides/slide9.xml" Id="Rd46557d4f98143b8" /><Relationship Type="http://schemas.openxmlformats.org/officeDocument/2006/relationships/slide" Target="/ppt/slides/slide10.xml" Id="Rc0ce0b5a5a2547ae" /><Relationship Type="http://schemas.openxmlformats.org/officeDocument/2006/relationships/slide" Target="/ppt/slides/slide11.xml" Id="Rc7b47f8f39544e40" /><Relationship Type="http://schemas.openxmlformats.org/officeDocument/2006/relationships/slide" Target="/ppt/slides/slide12.xml" Id="R865751a2001c41d8" /><Relationship Type="http://schemas.openxmlformats.org/officeDocument/2006/relationships/slide" Target="/ppt/slides/slide13.xml" Id="R46db2280531d4fba" /><Relationship Type="http://schemas.openxmlformats.org/officeDocument/2006/relationships/slide" Target="/ppt/slides/slide14.xml" Id="Rdbc4e2de23864961" /><Relationship Type="http://schemas.openxmlformats.org/officeDocument/2006/relationships/slide" Target="/ppt/slides/slide15.xml" Id="R15e001bbec6c480c" /><Relationship Type="http://schemas.openxmlformats.org/officeDocument/2006/relationships/slide" Target="/ppt/slides/slide16.xml" Id="R1882b9ef5df94211" /><Relationship Type="http://schemas.openxmlformats.org/officeDocument/2006/relationships/slide" Target="/ppt/slides/slide17.xml" Id="Re1eb9964f22e4976" /><Relationship Type="http://schemas.openxmlformats.org/officeDocument/2006/relationships/slide" Target="/ppt/slides/slide18.xml" Id="Rbf6cf236e1d54825" /><Relationship Type="http://schemas.openxmlformats.org/officeDocument/2006/relationships/slide" Target="/ppt/slides/slide19.xml" Id="R269b67f9f54b4c74" /><Relationship Type="http://schemas.openxmlformats.org/officeDocument/2006/relationships/slide" Target="/ppt/slides/slide20.xml" Id="Rf318fa21f2524f8e" /><Relationship Type="http://schemas.openxmlformats.org/officeDocument/2006/relationships/slide" Target="/ppt/slides/slide21.xml" Id="R53b147fe48f74884" /><Relationship Type="http://schemas.openxmlformats.org/officeDocument/2006/relationships/slide" Target="/ppt/slides/slide22.xml" Id="Rcdb4e46ec96f4d37" /><Relationship Type="http://schemas.openxmlformats.org/officeDocument/2006/relationships/slide" Target="/ppt/slides/slide23.xml" Id="Rdaabd2d25888489e" /><Relationship Type="http://schemas.openxmlformats.org/officeDocument/2006/relationships/slide" Target="/ppt/slides/slide24.xml" Id="R12151ead6c37439d" /><Relationship Type="http://schemas.openxmlformats.org/officeDocument/2006/relationships/slide" Target="/ppt/slides/slide25.xml" Id="Rd01f938b8c2048ba" /><Relationship Type="http://schemas.openxmlformats.org/officeDocument/2006/relationships/slide" Target="/ppt/slides/slide26.xml" Id="R4f45d3d5ed234f31" /><Relationship Type="http://schemas.openxmlformats.org/officeDocument/2006/relationships/slide" Target="/ppt/slides/slide27.xml" Id="Rfe80684d07b24e0c" /><Relationship Type="http://schemas.openxmlformats.org/officeDocument/2006/relationships/slide" Target="/ppt/slides/slide28.xml" Id="Rf2c39b8b7b8b46e0" /><Relationship Type="http://schemas.openxmlformats.org/officeDocument/2006/relationships/slide" Target="/ppt/slides/slide29.xml" Id="R5dba05fc878b4356" /><Relationship Type="http://schemas.openxmlformats.org/officeDocument/2006/relationships/slide" Target="/ppt/slides/slide30.xml" Id="R940a8ca0ca8545f8" /><Relationship Type="http://schemas.openxmlformats.org/officeDocument/2006/relationships/slide" Target="/ppt/slides/slide31.xml" Id="R41c45a82b9444f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3cc929d37942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3a18651ae14f58" /><Relationship Type="http://schemas.openxmlformats.org/officeDocument/2006/relationships/notesMaster" Target="/ppt/notesMasters/notesMaster1.xml" Id="R1dcdb1100a1545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b9143434ed4cb4" /><Relationship Type="http://schemas.openxmlformats.org/officeDocument/2006/relationships/notesMaster" Target="/ppt/notesMasters/notesMaster1.xml" Id="R0a1c6e0e45804f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e825c10b2641e9" /><Relationship Type="http://schemas.openxmlformats.org/officeDocument/2006/relationships/notesMaster" Target="/ppt/notesMasters/notesMaster1.xml" Id="R9098483aecc449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e6c44fae3e42b7" /><Relationship Type="http://schemas.openxmlformats.org/officeDocument/2006/relationships/notesMaster" Target="/ppt/notesMasters/notesMaster1.xml" Id="Rba837983cf884f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429ad3e20c48c3" /><Relationship Type="http://schemas.openxmlformats.org/officeDocument/2006/relationships/notesMaster" Target="/ppt/notesMasters/notesMaster1.xml" Id="Rb01aee48b92545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a0a7cf5bf74d8a" /><Relationship Type="http://schemas.openxmlformats.org/officeDocument/2006/relationships/notesMaster" Target="/ppt/notesMasters/notesMaster1.xml" Id="Rd11d939becaf40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ae8db426f844c9" /><Relationship Type="http://schemas.openxmlformats.org/officeDocument/2006/relationships/notesMaster" Target="/ppt/notesMasters/notesMaster1.xml" Id="R0c0f4044751344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3613326e46434b" /><Relationship Type="http://schemas.openxmlformats.org/officeDocument/2006/relationships/notesMaster" Target="/ppt/notesMasters/notesMaster1.xml" Id="R83fd02e2733a46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c817d83367499f" /><Relationship Type="http://schemas.openxmlformats.org/officeDocument/2006/relationships/notesMaster" Target="/ppt/notesMasters/notesMaster1.xml" Id="R257bea22299442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184dd425b548e2" /><Relationship Type="http://schemas.openxmlformats.org/officeDocument/2006/relationships/notesMaster" Target="/ppt/notesMasters/notesMaster1.xml" Id="Raae6255b82ac47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ca2c1b98ed44bb" /><Relationship Type="http://schemas.openxmlformats.org/officeDocument/2006/relationships/notesMaster" Target="/ppt/notesMasters/notesMaster1.xml" Id="Rebfab21593304a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fa5180e1c04bc7" /><Relationship Type="http://schemas.openxmlformats.org/officeDocument/2006/relationships/notesMaster" Target="/ppt/notesMasters/notesMaster1.xml" Id="Re1ace1fd975749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161f4f74cf4c97" /><Relationship Type="http://schemas.openxmlformats.org/officeDocument/2006/relationships/notesMaster" Target="/ppt/notesMasters/notesMaster1.xml" Id="R78b5842b2da749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b3c472b8b5437a" /><Relationship Type="http://schemas.openxmlformats.org/officeDocument/2006/relationships/notesMaster" Target="/ppt/notesMasters/notesMaster1.xml" Id="Rb0102cbe76cf4d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2c7ff7621f447b" /><Relationship Type="http://schemas.openxmlformats.org/officeDocument/2006/relationships/notesMaster" Target="/ppt/notesMasters/notesMaster1.xml" Id="R0de9eb4f2f4749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b0478b12554398" /><Relationship Type="http://schemas.openxmlformats.org/officeDocument/2006/relationships/notesMaster" Target="/ppt/notesMasters/notesMaster1.xml" Id="Rf3f89c6a269c47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d395201eef4748" /><Relationship Type="http://schemas.openxmlformats.org/officeDocument/2006/relationships/notesMaster" Target="/ppt/notesMasters/notesMaster1.xml" Id="R542aabee4b0d4c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a1160b549d402b" /><Relationship Type="http://schemas.openxmlformats.org/officeDocument/2006/relationships/notesMaster" Target="/ppt/notesMasters/notesMaster1.xml" Id="R75bb2ed281744f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c054b801d449d0" /><Relationship Type="http://schemas.openxmlformats.org/officeDocument/2006/relationships/notesMaster" Target="/ppt/notesMasters/notesMaster1.xml" Id="R15b0011106b04a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dc8fdf69f645ed" /><Relationship Type="http://schemas.openxmlformats.org/officeDocument/2006/relationships/notesMaster" Target="/ppt/notesMasters/notesMaster1.xml" Id="Rd09e9bc01f534d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af3d9279f648dd" /><Relationship Type="http://schemas.openxmlformats.org/officeDocument/2006/relationships/notesMaster" Target="/ppt/notesMasters/notesMaster1.xml" Id="R66ae154c0afb4b6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be81f9adb664dce" /><Relationship Type="http://schemas.openxmlformats.org/officeDocument/2006/relationships/notesMaster" Target="/ppt/notesMasters/notesMaster1.xml" Id="R9633dc706462447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860bdcb5df949fc" /><Relationship Type="http://schemas.openxmlformats.org/officeDocument/2006/relationships/notesMaster" Target="/ppt/notesMasters/notesMaster1.xml" Id="Rc9055c10adbf45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ab6d907ac634fc5" /><Relationship Type="http://schemas.openxmlformats.org/officeDocument/2006/relationships/notesMaster" Target="/ppt/notesMasters/notesMaster1.xml" Id="Rf07870d9be8b46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fef9a81aa4e4246" /><Relationship Type="http://schemas.openxmlformats.org/officeDocument/2006/relationships/notesMaster" Target="/ppt/notesMasters/notesMaster1.xml" Id="Rc54e9488e6b8427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95ef9af84cc4eba" /><Relationship Type="http://schemas.openxmlformats.org/officeDocument/2006/relationships/notesMaster" Target="/ppt/notesMasters/notesMaster1.xml" Id="Ra3f5346530f9473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c163a8b61b464f" /><Relationship Type="http://schemas.openxmlformats.org/officeDocument/2006/relationships/notesMaster" Target="/ppt/notesMasters/notesMaster1.xml" Id="R0bf63e2db88a479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ed59de08a0c41c5" /><Relationship Type="http://schemas.openxmlformats.org/officeDocument/2006/relationships/notesMaster" Target="/ppt/notesMasters/notesMaster1.xml" Id="R5cc1c40d4cff45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a09096563bf4c13" /><Relationship Type="http://schemas.openxmlformats.org/officeDocument/2006/relationships/notesMaster" Target="/ppt/notesMasters/notesMaster1.xml" Id="R489021d891df49f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b7d3703d6b54263" /><Relationship Type="http://schemas.openxmlformats.org/officeDocument/2006/relationships/notesMaster" Target="/ppt/notesMasters/notesMaster1.xml" Id="R3a508944b0424a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61a541a76b74750" /><Relationship Type="http://schemas.openxmlformats.org/officeDocument/2006/relationships/notesMaster" Target="/ppt/notesMasters/notesMaster1.xml" Id="Rf5f90335db5d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1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2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3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4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5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6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7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8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9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10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11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12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13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14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15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16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17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18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19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20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21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22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23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24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25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26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27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28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29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30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ProofShape validated platform guide — slide 31 of 31.</a:t>
            </a:r>
          </a:p>
          <a:p xmlns:a="http://schemas.openxmlformats.org/drawingml/2006/main">
            <a:r>
              <a:t>Follow the visible actions and compare the result with the expected-outcome panel.</a:t>
            </a:r>
          </a:p>
          <a:p xmlns:a="http://schemas.openxmlformats.org/drawingml/2006/main">
            <a:r>
              <a:t>The interactive HTML companion provides role jumps, persistent checklists, zoom, and keyboard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83a9dcf7243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426b59c1fe4400" /><Relationship Type="http://schemas.openxmlformats.org/officeDocument/2006/relationships/slideLayout" Target="/ppt/slideLayouts/slideLayout1.xml" Id="Rf674f7fd514642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74f7fd514642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1d145a01c4376" /><Relationship Type="http://schemas.openxmlformats.org/officeDocument/2006/relationships/image" Target="/ppt/media/image.png" Id="Rbeb186e98d184da3" /><Relationship Type="http://schemas.openxmlformats.org/officeDocument/2006/relationships/notesSlide" Target="/ppt/notesSlides/notesSlide1.xml" Id="R9f8a112e6c684a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e7977a2ab4860" /><Relationship Type="http://schemas.openxmlformats.org/officeDocument/2006/relationships/image" Target="/ppt/media/image2.png" Id="Rc733d7601d384989" /><Relationship Type="http://schemas.openxmlformats.org/officeDocument/2006/relationships/notesSlide" Target="/ppt/notesSlides/notesSlide2.xml" Id="R567859a24f7e41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83a86e62a463d" /><Relationship Type="http://schemas.openxmlformats.org/officeDocument/2006/relationships/image" Target="/ppt/media/image3.png" Id="Rb5c588881f154ff7" /><Relationship Type="http://schemas.openxmlformats.org/officeDocument/2006/relationships/notesSlide" Target="/ppt/notesSlides/notesSlide3.xml" Id="Rb06b48f53d164f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e245b452540a2" /><Relationship Type="http://schemas.openxmlformats.org/officeDocument/2006/relationships/image" Target="/ppt/media/image4.png" Id="Rbf73b87896884528" /><Relationship Type="http://schemas.openxmlformats.org/officeDocument/2006/relationships/notesSlide" Target="/ppt/notesSlides/notesSlide4.xml" Id="R20b75358fc2b47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3cb4f1c334998" /><Relationship Type="http://schemas.openxmlformats.org/officeDocument/2006/relationships/image" Target="/ppt/media/image5.png" Id="Rcb83e11846294e32" /><Relationship Type="http://schemas.openxmlformats.org/officeDocument/2006/relationships/notesSlide" Target="/ppt/notesSlides/notesSlide5.xml" Id="R773b2ad9c18941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d7a34887e461f" /><Relationship Type="http://schemas.openxmlformats.org/officeDocument/2006/relationships/image" Target="/ppt/media/image6.png" Id="Rf4287c0007a440fc" /><Relationship Type="http://schemas.openxmlformats.org/officeDocument/2006/relationships/notesSlide" Target="/ppt/notesSlides/notesSlide6.xml" Id="R189e55dfad2e47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106808fcb4396" /><Relationship Type="http://schemas.openxmlformats.org/officeDocument/2006/relationships/image" Target="/ppt/media/image7.png" Id="R5f7cd30b05854cbd" /><Relationship Type="http://schemas.openxmlformats.org/officeDocument/2006/relationships/notesSlide" Target="/ppt/notesSlides/notesSlide7.xml" Id="R337e5acb77a34b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34c35b98249c1" /><Relationship Type="http://schemas.openxmlformats.org/officeDocument/2006/relationships/image" Target="/ppt/media/image8.png" Id="R1cecb9295a2b49f0" /><Relationship Type="http://schemas.openxmlformats.org/officeDocument/2006/relationships/notesSlide" Target="/ppt/notesSlides/notesSlide8.xml" Id="Re8651124ed7149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4f3e02c8b4882" /><Relationship Type="http://schemas.openxmlformats.org/officeDocument/2006/relationships/image" Target="/ppt/media/image9.png" Id="Rb20f361712e64eaf" /><Relationship Type="http://schemas.openxmlformats.org/officeDocument/2006/relationships/notesSlide" Target="/ppt/notesSlides/notesSlide9.xml" Id="R87a7c01f039f4e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8a630a54b4ef6" /><Relationship Type="http://schemas.openxmlformats.org/officeDocument/2006/relationships/image" Target="/ppt/media/image10.png" Id="R8aec482deecd4fac" /><Relationship Type="http://schemas.openxmlformats.org/officeDocument/2006/relationships/notesSlide" Target="/ppt/notesSlides/notesSlide10.xml" Id="Rd7b50f9cfdf44c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de996e3a34469" /><Relationship Type="http://schemas.openxmlformats.org/officeDocument/2006/relationships/image" Target="/ppt/media/image11.png" Id="Raeb6e1b55a9e4f13" /><Relationship Type="http://schemas.openxmlformats.org/officeDocument/2006/relationships/notesSlide" Target="/ppt/notesSlides/notesSlide11.xml" Id="R8e59c7a1b23149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97da6a3db4fb0" /><Relationship Type="http://schemas.openxmlformats.org/officeDocument/2006/relationships/image" Target="/ppt/media/image12.png" Id="R50c793d48bb847ed" /><Relationship Type="http://schemas.openxmlformats.org/officeDocument/2006/relationships/notesSlide" Target="/ppt/notesSlides/notesSlide12.xml" Id="R943749121a6547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d26f55e1346b4" /><Relationship Type="http://schemas.openxmlformats.org/officeDocument/2006/relationships/image" Target="/ppt/media/image13.png" Id="R15f62fbc89854dac" /><Relationship Type="http://schemas.openxmlformats.org/officeDocument/2006/relationships/notesSlide" Target="/ppt/notesSlides/notesSlide13.xml" Id="R225f742c37c847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cfa04c42c4c11" /><Relationship Type="http://schemas.openxmlformats.org/officeDocument/2006/relationships/image" Target="/ppt/media/image14.png" Id="R26afbee93771478d" /><Relationship Type="http://schemas.openxmlformats.org/officeDocument/2006/relationships/notesSlide" Target="/ppt/notesSlides/notesSlide14.xml" Id="R02c5fd72d55145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732dbf8514274" /><Relationship Type="http://schemas.openxmlformats.org/officeDocument/2006/relationships/image" Target="/ppt/media/image15.png" Id="R33d028a345974ecd" /><Relationship Type="http://schemas.openxmlformats.org/officeDocument/2006/relationships/notesSlide" Target="/ppt/notesSlides/notesSlide15.xml" Id="Rfb158ebeec9e41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dbcbbda144a06" /><Relationship Type="http://schemas.openxmlformats.org/officeDocument/2006/relationships/image" Target="/ppt/media/image16.png" Id="R0fe8e9b39bf24b53" /><Relationship Type="http://schemas.openxmlformats.org/officeDocument/2006/relationships/notesSlide" Target="/ppt/notesSlides/notesSlide16.xml" Id="Rd7493a629a2c43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0a676cec7464a" /><Relationship Type="http://schemas.openxmlformats.org/officeDocument/2006/relationships/image" Target="/ppt/media/image17.png" Id="R592d71a140c74d01" /><Relationship Type="http://schemas.openxmlformats.org/officeDocument/2006/relationships/notesSlide" Target="/ppt/notesSlides/notesSlide17.xml" Id="R24521d8ae07644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012d1422d4605" /><Relationship Type="http://schemas.openxmlformats.org/officeDocument/2006/relationships/image" Target="/ppt/media/image18.png" Id="R284c448bd37e4112" /><Relationship Type="http://schemas.openxmlformats.org/officeDocument/2006/relationships/notesSlide" Target="/ppt/notesSlides/notesSlide18.xml" Id="R02ee472f5d834c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56fd9e15d4ca1" /><Relationship Type="http://schemas.openxmlformats.org/officeDocument/2006/relationships/image" Target="/ppt/media/image19.png" Id="Rcf3121f39714412f" /><Relationship Type="http://schemas.openxmlformats.org/officeDocument/2006/relationships/notesSlide" Target="/ppt/notesSlides/notesSlide19.xml" Id="R6a025d5a72464f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d12600b9e4002" /><Relationship Type="http://schemas.openxmlformats.org/officeDocument/2006/relationships/image" Target="/ppt/media/image20.png" Id="Rc3ddc29171a847d3" /><Relationship Type="http://schemas.openxmlformats.org/officeDocument/2006/relationships/notesSlide" Target="/ppt/notesSlides/notesSlide20.xml" Id="R973badcecaf444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9d14fd6984e00" /><Relationship Type="http://schemas.openxmlformats.org/officeDocument/2006/relationships/image" Target="/ppt/media/image21.png" Id="R90eb4d22a5a44c98" /><Relationship Type="http://schemas.openxmlformats.org/officeDocument/2006/relationships/notesSlide" Target="/ppt/notesSlides/notesSlide21.xml" Id="R93c7a9f986684c3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af7b917534f84" /><Relationship Type="http://schemas.openxmlformats.org/officeDocument/2006/relationships/image" Target="/ppt/media/image22.png" Id="R801762e378734e90" /><Relationship Type="http://schemas.openxmlformats.org/officeDocument/2006/relationships/notesSlide" Target="/ppt/notesSlides/notesSlide22.xml" Id="R79ed92dd7d9649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2171b84db4ca6" /><Relationship Type="http://schemas.openxmlformats.org/officeDocument/2006/relationships/image" Target="/ppt/media/image23.png" Id="R9699dce04599438b" /><Relationship Type="http://schemas.openxmlformats.org/officeDocument/2006/relationships/notesSlide" Target="/ppt/notesSlides/notesSlide23.xml" Id="R32f07e99b4bf488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18aa0810c4ae6" /><Relationship Type="http://schemas.openxmlformats.org/officeDocument/2006/relationships/image" Target="/ppt/media/image24.png" Id="Rbfd2076cb3f84d10" /><Relationship Type="http://schemas.openxmlformats.org/officeDocument/2006/relationships/notesSlide" Target="/ppt/notesSlides/notesSlide24.xml" Id="R9d16644297cb41b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f3fc8b9844828" /><Relationship Type="http://schemas.openxmlformats.org/officeDocument/2006/relationships/image" Target="/ppt/media/image25.png" Id="Recdeae13beb44635" /><Relationship Type="http://schemas.openxmlformats.org/officeDocument/2006/relationships/notesSlide" Target="/ppt/notesSlides/notesSlide25.xml" Id="R3a19425cd0b6480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e2efd0afa4555" /><Relationship Type="http://schemas.openxmlformats.org/officeDocument/2006/relationships/image" Target="/ppt/media/image26.png" Id="Rf6ea12375df34810" /><Relationship Type="http://schemas.openxmlformats.org/officeDocument/2006/relationships/notesSlide" Target="/ppt/notesSlides/notesSlide26.xml" Id="R83c1ba908c82406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b5dff498740bb" /><Relationship Type="http://schemas.openxmlformats.org/officeDocument/2006/relationships/image" Target="/ppt/media/image27.png" Id="Re9f8a6964a294abb" /><Relationship Type="http://schemas.openxmlformats.org/officeDocument/2006/relationships/notesSlide" Target="/ppt/notesSlides/notesSlide27.xml" Id="Rdcddd95c9c2645a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4f0237b4f4a00" /><Relationship Type="http://schemas.openxmlformats.org/officeDocument/2006/relationships/image" Target="/ppt/media/image28.png" Id="R7223106ed90a4cbd" /><Relationship Type="http://schemas.openxmlformats.org/officeDocument/2006/relationships/notesSlide" Target="/ppt/notesSlides/notesSlide28.xml" Id="Rf6397e8a0d3f415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237e9583a430f" /><Relationship Type="http://schemas.openxmlformats.org/officeDocument/2006/relationships/image" Target="/ppt/media/image29.png" Id="Rc36ab7182e87467d" /><Relationship Type="http://schemas.openxmlformats.org/officeDocument/2006/relationships/notesSlide" Target="/ppt/notesSlides/notesSlide29.xml" Id="R517585d91f7745a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61041d1d1412e" /><Relationship Type="http://schemas.openxmlformats.org/officeDocument/2006/relationships/image" Target="/ppt/media/image30.png" Id="Rf440283b80ab42cd" /><Relationship Type="http://schemas.openxmlformats.org/officeDocument/2006/relationships/notesSlide" Target="/ppt/notesSlides/notesSlide30.xml" Id="Rec247902a5c546f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1b16b356a49e3" /><Relationship Type="http://schemas.openxmlformats.org/officeDocument/2006/relationships/image" Target="/ppt/media/image31.png" Id="Rdb147238e65d4b1a" /><Relationship Type="http://schemas.openxmlformats.org/officeDocument/2006/relationships/notesSlide" Target="/ppt/notesSlides/notesSlide31.xml" Id="R25ad61cdb3d741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186e98d184d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83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3d7601d3849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795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588881f154f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600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3b878968845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089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3e11846294e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781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87c0007a440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103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cd30b05854c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4295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cb9295a2b49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0258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f361712e64e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772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c482deecd4f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332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6e1b55a9e4f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411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793d48bb847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96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62fbc89854d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3895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fbee9377147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2105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028a345974e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9769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8e9b39bf24b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77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d71a140c74d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876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c448bd37e41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5055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121f3971441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25806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dc29171a847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29752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b4d22a5a44c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6947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762e378734e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64522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9dce0459943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9447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2076cb3f84d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2359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eae13beb446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9777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a12375df348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5734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8a6964a294a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6131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3106ed90a4c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9324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ab7182e8746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8221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0283b80ab42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0893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47238e65d4b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63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2026-07-13T03:17:31.8280000Z</dcterms:created>
  <dcterms:modified xsi:type="dcterms:W3CDTF">2026-07-13T03:17:31.8280000Z</dcterms:modified>
</coreProperties>
</file>